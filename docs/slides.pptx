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F0F8"/>
    <a:srgbClr val="03045E"/>
    <a:srgbClr val="99CBDB"/>
    <a:srgbClr val="F5B7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556" y="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4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1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8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1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7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95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6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28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3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8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000">
              <a:srgbClr val="CAF0F8">
                <a:lumMod val="90000"/>
              </a:srgbClr>
            </a:gs>
            <a:gs pos="53500">
              <a:srgbClr val="CAF0F8">
                <a:lumMod val="95000"/>
              </a:srgbClr>
            </a:gs>
            <a:gs pos="79000">
              <a:srgbClr val="CAF0F8">
                <a:lumMod val="9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F6544-9690-46C1-BE4E-5D87F56A5FC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14274-594A-450F-A154-E9B2B0A7E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52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6173565" y="-3735643"/>
            <a:ext cx="6483298" cy="9703831"/>
            <a:chOff x="7340566" y="-2409811"/>
            <a:chExt cx="4830936" cy="7679117"/>
          </a:xfrm>
          <a:blipFill>
            <a:blip r:embed="rId2"/>
            <a:stretch>
              <a:fillRect/>
            </a:stretch>
          </a:blipFill>
        </p:grpSpPr>
        <p:sp>
          <p:nvSpPr>
            <p:cNvPr id="2" name="Rounded Rectangle 1"/>
            <p:cNvSpPr/>
            <p:nvPr/>
          </p:nvSpPr>
          <p:spPr>
            <a:xfrm rot="2583331">
              <a:off x="8024536" y="-2409811"/>
              <a:ext cx="1256637" cy="551984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ounded Rectangle 2"/>
            <p:cNvSpPr/>
            <p:nvPr/>
          </p:nvSpPr>
          <p:spPr>
            <a:xfrm rot="2583331">
              <a:off x="7340566" y="2455433"/>
              <a:ext cx="914400" cy="106257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/>
            <p:cNvSpPr/>
            <p:nvPr/>
          </p:nvSpPr>
          <p:spPr>
            <a:xfrm rot="2583331">
              <a:off x="9394255" y="-1751723"/>
              <a:ext cx="914400" cy="502937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/>
            <p:cNvSpPr/>
            <p:nvPr/>
          </p:nvSpPr>
          <p:spPr>
            <a:xfrm rot="2583331">
              <a:off x="8803976" y="813737"/>
              <a:ext cx="1371600" cy="445556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/>
            <p:cNvSpPr/>
            <p:nvPr/>
          </p:nvSpPr>
          <p:spPr>
            <a:xfrm rot="2583331">
              <a:off x="10799902" y="-210392"/>
              <a:ext cx="1371600" cy="182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 rot="2583331">
              <a:off x="10466233" y="2384397"/>
              <a:ext cx="928353" cy="18288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/>
            <p:cNvSpPr/>
            <p:nvPr/>
          </p:nvSpPr>
          <p:spPr>
            <a:xfrm rot="2583331">
              <a:off x="11228102" y="1612275"/>
              <a:ext cx="824989" cy="87492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52400" y="502920"/>
            <a:ext cx="5543880" cy="637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2400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Zoolab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Cloud-Based Wildlife Research Management </a:t>
            </a:r>
            <a:r>
              <a:rPr lang="en-US" sz="2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System</a:t>
            </a:r>
          </a:p>
          <a:p>
            <a:r>
              <a:rPr 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 Computing and Virtualization (DIT3202)</a:t>
            </a:r>
          </a:p>
          <a:p>
            <a:endParaRPr lang="en-US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Members</a:t>
            </a:r>
          </a:p>
          <a:p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Lansana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Alfred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Braima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Joshua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Osinga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Isatu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Bah</a:t>
            </a:r>
          </a:p>
          <a:p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Jennifer Martha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Lamboi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Nusaibatu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Mohamed Sow</a:t>
            </a:r>
          </a:p>
          <a:p>
            <a:endParaRPr lang="en-US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400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b="1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b="1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Limkokwing</a:t>
            </a:r>
            <a:r>
              <a:rPr 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University Of Creative Technology</a:t>
            </a:r>
          </a:p>
          <a:p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050" dirty="0" smtClean="0"/>
              <a:t>//2025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49777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143" y="-685800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8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2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Words>7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Tahoma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sow</dc:creator>
  <cp:lastModifiedBy>Mohamed sow</cp:lastModifiedBy>
  <cp:revision>10</cp:revision>
  <dcterms:created xsi:type="dcterms:W3CDTF">2025-12-16T02:43:55Z</dcterms:created>
  <dcterms:modified xsi:type="dcterms:W3CDTF">2025-12-16T05:30:46Z</dcterms:modified>
</cp:coreProperties>
</file>